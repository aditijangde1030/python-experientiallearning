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5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1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3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 descr="reference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48584" name="Rectangle 2"/>
          <p:cNvSpPr/>
          <p:nvPr/>
        </p:nvSpPr>
        <p:spPr>
          <a:xfrm>
            <a:off x="164592" y="164592"/>
            <a:ext cx="8814816" cy="6236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5" name="TextBox 3"/>
          <p:cNvSpPr txBox="1"/>
          <p:nvPr/>
        </p:nvSpPr>
        <p:spPr>
          <a:xfrm>
            <a:off x="1737360" y="384048"/>
            <a:ext cx="5669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1048586" name="TextBox 4"/>
          <p:cNvSpPr txBox="1"/>
          <p:nvPr/>
        </p:nvSpPr>
        <p:spPr>
          <a:xfrm>
            <a:off x="1874519" y="859536"/>
            <a:ext cx="5394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1048587" name="TextBox 5"/>
          <p:cNvSpPr txBox="1"/>
          <p:nvPr/>
        </p:nvSpPr>
        <p:spPr>
          <a:xfrm>
            <a:off x="3840480" y="1328928"/>
            <a:ext cx="1463040" cy="39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on</a:t>
            </a:r>
          </a:p>
        </p:txBody>
      </p:sp>
      <p:sp>
        <p:nvSpPr>
          <p:cNvPr id="1048588" name="TextBox 6"/>
          <p:cNvSpPr txBox="1"/>
          <p:nvPr/>
        </p:nvSpPr>
        <p:spPr>
          <a:xfrm>
            <a:off x="594360" y="1790192"/>
            <a:ext cx="7955279" cy="497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0000E6"/>
                </a:solidFill>
                <a:latin typeface="Times New Roman"/>
              </a:defRPr>
            </a:pPr>
            <a:r>
              <a:rPr dirty="0"/>
              <a:t>“Calculator in Python”</a:t>
            </a:r>
          </a:p>
        </p:txBody>
      </p:sp>
      <p:sp>
        <p:nvSpPr>
          <p:cNvPr id="1048589" name="TextBox 7"/>
          <p:cNvSpPr txBox="1"/>
          <p:nvPr/>
        </p:nvSpPr>
        <p:spPr>
          <a:xfrm>
            <a:off x="2788920" y="237744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000E6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48590" name="TextBox 8"/>
          <p:cNvSpPr txBox="1"/>
          <p:nvPr/>
        </p:nvSpPr>
        <p:spPr>
          <a:xfrm>
            <a:off x="1170432" y="2789174"/>
            <a:ext cx="6812280" cy="383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0000E6"/>
                </a:solidFill>
                <a:latin typeface="Times New Roman"/>
              </a:defRPr>
            </a:pPr>
            <a:r>
              <a:rPr dirty="0"/>
              <a:t>Python Programming Language (N-PCCCM304P)</a:t>
            </a:r>
          </a:p>
        </p:txBody>
      </p:sp>
      <p:sp>
        <p:nvSpPr>
          <p:cNvPr id="1048591" name="TextBox 9"/>
          <p:cNvSpPr txBox="1"/>
          <p:nvPr/>
        </p:nvSpPr>
        <p:spPr>
          <a:xfrm>
            <a:off x="713232" y="3619572"/>
            <a:ext cx="278892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Presented By:</a:t>
            </a:r>
            <a:br>
              <a:rPr dirty="0"/>
            </a:br>
            <a:r>
              <a:rPr lang="en-US" dirty="0"/>
              <a:t>Aditi </a:t>
            </a:r>
            <a:r>
              <a:rPr lang="en-US" dirty="0" err="1"/>
              <a:t>Jangde</a:t>
            </a:r>
            <a:r>
              <a:rPr lang="en-US" dirty="0"/>
              <a:t> </a:t>
            </a:r>
            <a:r>
              <a:rPr dirty="0"/>
              <a:t>[CM2500</a:t>
            </a:r>
            <a:r>
              <a:rPr lang="en-US" dirty="0"/>
              <a:t>4</a:t>
            </a:r>
            <a:r>
              <a:rPr dirty="0"/>
              <a:t>]</a:t>
            </a:r>
            <a:endParaRPr lang="zh-CN" altLang="en-US" dirty="0"/>
          </a:p>
        </p:txBody>
      </p:sp>
      <p:sp>
        <p:nvSpPr>
          <p:cNvPr id="1048592" name="TextBox 10"/>
          <p:cNvSpPr txBox="1"/>
          <p:nvPr/>
        </p:nvSpPr>
        <p:spPr>
          <a:xfrm>
            <a:off x="5596128" y="3488767"/>
            <a:ext cx="2788920" cy="8771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Under the Guidance</a:t>
            </a:r>
            <a:br>
              <a:rPr dirty="0"/>
            </a:br>
            <a:r>
              <a:rPr dirty="0"/>
              <a:t>of</a:t>
            </a:r>
            <a:endParaRPr lang="en-US" dirty="0"/>
          </a:p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Mrs Mayuri </a:t>
            </a:r>
            <a:r>
              <a:rPr lang="en-IN" dirty="0" err="1"/>
              <a:t>Ghetme</a:t>
            </a:r>
            <a:endParaRPr dirty="0"/>
          </a:p>
        </p:txBody>
      </p:sp>
      <p:sp>
        <p:nvSpPr>
          <p:cNvPr id="1048593" name="TextBox 12"/>
          <p:cNvSpPr txBox="1"/>
          <p:nvPr/>
        </p:nvSpPr>
        <p:spPr>
          <a:xfrm>
            <a:off x="2880360" y="4608576"/>
            <a:ext cx="3383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Session:2026-27 (ODD )</a:t>
            </a:r>
          </a:p>
        </p:txBody>
      </p:sp>
      <p:sp>
        <p:nvSpPr>
          <p:cNvPr id="1048594" name="TextBox 13"/>
          <p:cNvSpPr txBox="1"/>
          <p:nvPr/>
        </p:nvSpPr>
        <p:spPr>
          <a:xfrm>
            <a:off x="2852928" y="4978908"/>
            <a:ext cx="3456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Department of CSE(AI&amp;ML)</a:t>
            </a:r>
          </a:p>
        </p:txBody>
      </p:sp>
      <p:sp>
        <p:nvSpPr>
          <p:cNvPr id="1048595" name="TextBox 14"/>
          <p:cNvSpPr txBox="1"/>
          <p:nvPr/>
        </p:nvSpPr>
        <p:spPr>
          <a:xfrm>
            <a:off x="868680" y="5376672"/>
            <a:ext cx="7406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S. B. JAIN INSTITUTE OF TECHNOLOGY MANAGEMENT AND</a:t>
            </a:r>
            <a:br/>
            <a:r>
              <a:t>RESEARCH,NAGPUR</a:t>
            </a:r>
          </a:p>
        </p:txBody>
      </p:sp>
      <p:sp>
        <p:nvSpPr>
          <p:cNvPr id="1048596" name="TextBox 15"/>
          <p:cNvSpPr txBox="1"/>
          <p:nvPr/>
        </p:nvSpPr>
        <p:spPr>
          <a:xfrm>
            <a:off x="1417320" y="5944362"/>
            <a:ext cx="6309360" cy="281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Times New Roman"/>
              </a:defRPr>
            </a:pPr>
            <a:r>
              <a:t>An Autonomous Institute, Affiliated to RTMNU, Nagpur</a:t>
            </a:r>
          </a:p>
        </p:txBody>
      </p:sp>
      <p:pic>
        <p:nvPicPr>
          <p:cNvPr id="2097153" name="Picture 16" descr="sbjain_logo_referenc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3291840"/>
            <a:ext cx="164592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8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9" name="TextBox 3"/>
          <p:cNvSpPr txBox="1"/>
          <p:nvPr/>
        </p:nvSpPr>
        <p:spPr>
          <a:xfrm>
            <a:off x="320040" y="6473952"/>
            <a:ext cx="3661192" cy="218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00" name="TextBox 4"/>
          <p:cNvSpPr txBox="1"/>
          <p:nvPr/>
        </p:nvSpPr>
        <p:spPr>
          <a:xfrm>
            <a:off x="658368" y="393192"/>
            <a:ext cx="1529081" cy="472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048601" name="TextBox 5"/>
          <p:cNvSpPr txBox="1"/>
          <p:nvPr/>
        </p:nvSpPr>
        <p:spPr>
          <a:xfrm>
            <a:off x="749808" y="1234440"/>
            <a:ext cx="7726679" cy="319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Problem Statement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Objectives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Algorithm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Flowchart / Pseudocode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Understanding of Python Logic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Graphical Representation and Working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GitHub Account, Repository &amp; Collaboration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Individual Contribution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Result / Expected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3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4" name="TextBox 3"/>
          <p:cNvSpPr txBox="1"/>
          <p:nvPr/>
        </p:nvSpPr>
        <p:spPr>
          <a:xfrm>
            <a:off x="320040" y="6473952"/>
            <a:ext cx="3661192" cy="218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05" name="TextBox 4"/>
          <p:cNvSpPr txBox="1"/>
          <p:nvPr/>
        </p:nvSpPr>
        <p:spPr>
          <a:xfrm>
            <a:off x="658368" y="393192"/>
            <a:ext cx="3286791" cy="472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1048606" name="TextBox 5"/>
          <p:cNvSpPr txBox="1"/>
          <p:nvPr/>
        </p:nvSpPr>
        <p:spPr>
          <a:xfrm>
            <a:off x="749808" y="1261872"/>
            <a:ext cx="7726679" cy="263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Manual calculations can be slow and error-prone for repeated arithmetic operations.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Users need a simple program to perform basic calculations quickly.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The calculator should accept two numbers and an operation from the user.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It should support addition, subtraction, multiplication and division.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Invalid operators and division by zero must be handled safely.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A modular Python solution should be easy to understand, test and extend.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The project demonstrates how Python can solve a practical everyday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8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9" name="TextBox 3"/>
          <p:cNvSpPr txBox="1"/>
          <p:nvPr/>
        </p:nvSpPr>
        <p:spPr>
          <a:xfrm>
            <a:off x="320040" y="6473952"/>
            <a:ext cx="3661192" cy="218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10" name="TextBox 4"/>
          <p:cNvSpPr txBox="1"/>
          <p:nvPr/>
        </p:nvSpPr>
        <p:spPr>
          <a:xfrm>
            <a:off x="658368" y="393192"/>
            <a:ext cx="1916828" cy="472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2. Objective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C3DFB-F958-F2A9-0315-89FBD6514111}"/>
              </a:ext>
            </a:extLst>
          </p:cNvPr>
          <p:cNvSpPr txBox="1"/>
          <p:nvPr/>
        </p:nvSpPr>
        <p:spPr>
          <a:xfrm>
            <a:off x="367877" y="1267176"/>
            <a:ext cx="72267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develop a simple calculator using Python for performing basic arithmetic operations.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accept two numbers and an operator as input from the user.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perform addition, subtraction, multiplication, and division accurately.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handle invalid inputs and operators without causing the program to crash.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prevent division-by-zero errors by validating the input before performing division.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use Python functions and conditional statements to create a clear and organized program.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To demonstrate how Python can be used to solve a practical, everyday problem.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0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1" name="TextBox 3"/>
          <p:cNvSpPr txBox="1"/>
          <p:nvPr/>
        </p:nvSpPr>
        <p:spPr>
          <a:xfrm>
            <a:off x="320040" y="6473952"/>
            <a:ext cx="3661192" cy="218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32" name="TextBox 4"/>
          <p:cNvSpPr txBox="1"/>
          <p:nvPr/>
        </p:nvSpPr>
        <p:spPr>
          <a:xfrm>
            <a:off x="658368" y="393192"/>
            <a:ext cx="1958897" cy="472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3. Algorithm</a:t>
            </a:r>
          </a:p>
        </p:txBody>
      </p:sp>
      <p:sp>
        <p:nvSpPr>
          <p:cNvPr id="1048633" name="TextBox 5"/>
          <p:cNvSpPr txBox="1"/>
          <p:nvPr/>
        </p:nvSpPr>
        <p:spPr>
          <a:xfrm>
            <a:off x="749808" y="1234440"/>
            <a:ext cx="7726679" cy="27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Start the program.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Display the available arithmetic operations.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Read the first number, second number and user's choice.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Call the calculator function with the entered values.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Perform the selected operation using conditional logic.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If division is selected, check whether the second number is zero.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Display the calculated result or an appropriate error message.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5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36" name="TextBox 3"/>
          <p:cNvSpPr txBox="1"/>
          <p:nvPr/>
        </p:nvSpPr>
        <p:spPr>
          <a:xfrm>
            <a:off x="320040" y="6473952"/>
            <a:ext cx="3661192" cy="218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37" name="TextBox 4"/>
          <p:cNvSpPr txBox="1"/>
          <p:nvPr/>
        </p:nvSpPr>
        <p:spPr>
          <a:xfrm>
            <a:off x="658368" y="393192"/>
            <a:ext cx="815133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rPr dirty="0"/>
              <a:t>4. </a:t>
            </a:r>
            <a:r>
              <a:rPr lang="en-US" dirty="0"/>
              <a:t>Flowchart</a:t>
            </a:r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rPr lang="en-US" dirty="0"/>
              <a:t> </a:t>
            </a:r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dirty="0"/>
          </a:p>
        </p:txBody>
      </p:sp>
      <p:cxnSp>
        <p:nvCxnSpPr>
          <p:cNvPr id="3145728" name="Connector 19"/>
          <p:cNvCxnSpPr>
            <a:cxnSpLocks/>
          </p:cNvCxnSpPr>
          <p:nvPr/>
        </p:nvCxnSpPr>
        <p:spPr>
          <a:xfrm flipH="1">
            <a:off x="0" y="155448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20"/>
          <p:cNvCxnSpPr>
            <a:cxnSpLocks/>
          </p:cNvCxnSpPr>
          <p:nvPr/>
        </p:nvCxnSpPr>
        <p:spPr>
          <a:xfrm>
            <a:off x="0" y="23317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Connector 21"/>
          <p:cNvCxnSpPr>
            <a:cxnSpLocks/>
          </p:cNvCxnSpPr>
          <p:nvPr/>
        </p:nvCxnSpPr>
        <p:spPr>
          <a:xfrm>
            <a:off x="0" y="310896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 22"/>
          <p:cNvCxnSpPr>
            <a:cxnSpLocks/>
          </p:cNvCxnSpPr>
          <p:nvPr/>
        </p:nvCxnSpPr>
        <p:spPr>
          <a:xfrm>
            <a:off x="0" y="388620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23"/>
          <p:cNvCxnSpPr>
            <a:cxnSpLocks/>
          </p:cNvCxnSpPr>
          <p:nvPr/>
        </p:nvCxnSpPr>
        <p:spPr>
          <a:xfrm>
            <a:off x="0" y="466344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24"/>
          <p:cNvCxnSpPr>
            <a:cxnSpLocks/>
          </p:cNvCxnSpPr>
          <p:nvPr/>
        </p:nvCxnSpPr>
        <p:spPr>
          <a:xfrm>
            <a:off x="0" y="5577840"/>
            <a:ext cx="0" cy="137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ADBE2A-E0D2-550B-6891-5C916A524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5" y="894735"/>
            <a:ext cx="6951406" cy="5432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5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6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57" name="TextBox 4"/>
          <p:cNvSpPr txBox="1"/>
          <p:nvPr/>
        </p:nvSpPr>
        <p:spPr>
          <a:xfrm>
            <a:off x="658368" y="393192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5. Understanding of Python Logic</a:t>
            </a:r>
          </a:p>
        </p:txBody>
      </p:sp>
      <p:sp>
        <p:nvSpPr>
          <p:cNvPr id="1048658" name="Rounded Rectangle 5"/>
          <p:cNvSpPr/>
          <p:nvPr/>
        </p:nvSpPr>
        <p:spPr>
          <a:xfrm>
            <a:off x="914400" y="1417320"/>
            <a:ext cx="7315200" cy="4343400"/>
          </a:xfrm>
          <a:prstGeom prst="roundRect">
            <a:avLst/>
          </a:prstGeom>
          <a:solidFill>
            <a:srgbClr val="252B31"/>
          </a:solidFill>
          <a:ln>
            <a:solidFill>
              <a:srgbClr val="25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9" name="TextBox 6"/>
          <p:cNvSpPr txBox="1"/>
          <p:nvPr/>
        </p:nvSpPr>
        <p:spPr>
          <a:xfrm>
            <a:off x="1170432" y="1627632"/>
            <a:ext cx="6812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def calculator(a, b, op):</a:t>
            </a:r>
            <a:br/>
            <a:r>
              <a:t>    if op == "+":</a:t>
            </a:r>
            <a:br/>
            <a:r>
              <a:t>        return a + b</a:t>
            </a:r>
            <a:br/>
            <a:r>
              <a:t>    elif op == "-":</a:t>
            </a:r>
            <a:br/>
            <a:r>
              <a:t>        return a - b</a:t>
            </a:r>
            <a:br/>
            <a:r>
              <a:t>    elif op == "*":</a:t>
            </a:r>
            <a:br/>
            <a:r>
              <a:t>        return a * b</a:t>
            </a:r>
            <a:br/>
            <a:r>
              <a:t>    elif op == "/":</a:t>
            </a:r>
            <a:br/>
            <a:r>
              <a:t>        if b == 0:</a:t>
            </a:r>
            <a:br/>
            <a:r>
              <a:t>            return "Cannot divide by zero"</a:t>
            </a:r>
            <a:br/>
            <a:r>
              <a:t>        return a / b</a:t>
            </a:r>
            <a:br/>
            <a:r>
              <a:t>    else:</a:t>
            </a:r>
            <a:br/>
            <a:r>
              <a:t>        return "Invalid operation"</a:t>
            </a:r>
            <a:br/>
            <a:br/>
            <a:r>
              <a:t>a = float(input("Enter first number: "))</a:t>
            </a:r>
            <a:br/>
            <a:r>
              <a:t>b = float(input("Enter second number: "))</a:t>
            </a:r>
            <a:br/>
            <a:r>
              <a:t>op = input("Enter operation (+, -, *, /): ")</a:t>
            </a:r>
            <a:br/>
            <a:r>
              <a:t>print("Result:", calculator(a, b, op))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1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2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63" name="TextBox 4"/>
          <p:cNvSpPr txBox="1"/>
          <p:nvPr/>
        </p:nvSpPr>
        <p:spPr>
          <a:xfrm>
            <a:off x="658368" y="393192"/>
            <a:ext cx="776787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rPr dirty="0"/>
              <a:t>6. Graphical Representation and Working</a:t>
            </a: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US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340DE-9F3E-96AE-0DB0-804750F96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8" y="973394"/>
            <a:ext cx="8418773" cy="5024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9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0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91" name="TextBox 4"/>
          <p:cNvSpPr txBox="1"/>
          <p:nvPr/>
        </p:nvSpPr>
        <p:spPr>
          <a:xfrm>
            <a:off x="658368" y="393192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7. GitHub Account, Repository &amp; Collaboration</a:t>
            </a:r>
          </a:p>
        </p:txBody>
      </p:sp>
      <p:sp>
        <p:nvSpPr>
          <p:cNvPr id="1048692" name="TextBox 5"/>
          <p:cNvSpPr txBox="1"/>
          <p:nvPr/>
        </p:nvSpPr>
        <p:spPr>
          <a:xfrm>
            <a:off x="749808" y="1261872"/>
            <a:ext cx="77266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Create GitHub Account – Set up a personal GitHub account.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Create Repository – Create a repository for the calculator project.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Upload Code – Upload the Python source file and documentation.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Meaningful Commits – Save changes with clear commit messages.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Collaboration – Share the repository and coordinate project work.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Individual Contribution – Each member contributes through commits.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Track Changes – Use GitHub history to manage and review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4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5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696" name="TextBox 4"/>
          <p:cNvSpPr txBox="1"/>
          <p:nvPr/>
        </p:nvSpPr>
        <p:spPr>
          <a:xfrm>
            <a:off x="658368" y="393192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8. Individual Contribution</a:t>
            </a:r>
          </a:p>
        </p:txBody>
      </p:sp>
      <p:sp>
        <p:nvSpPr>
          <p:cNvPr id="1048697" name="TextBox 5"/>
          <p:cNvSpPr txBox="1"/>
          <p:nvPr/>
        </p:nvSpPr>
        <p:spPr>
          <a:xfrm>
            <a:off x="749808" y="1325880"/>
            <a:ext cx="772667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Problem Analysis – Identified the need for a simple and reliable calculator.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Algorithm Design – Planned the input, operation-selection and output steps.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Python Coding – Implemented calculator operations using a function.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Testing – Tested addition, subtraction, multiplication, division and invalid cases.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Documentation – Prepared the project explanation and presentation.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GitHub Contribution – Uploaded the code and maintained meaningful commits.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9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0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701" name="TextBox 4"/>
          <p:cNvSpPr txBox="1"/>
          <p:nvPr/>
        </p:nvSpPr>
        <p:spPr>
          <a:xfrm>
            <a:off x="658368" y="393192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</a:defRPr>
            </a:pPr>
            <a:r>
              <a:t>9. Result / Expected Output</a:t>
            </a:r>
          </a:p>
        </p:txBody>
      </p:sp>
      <p:sp>
        <p:nvSpPr>
          <p:cNvPr id="1048702" name="Rounded Rectangle 5"/>
          <p:cNvSpPr/>
          <p:nvPr/>
        </p:nvSpPr>
        <p:spPr>
          <a:xfrm>
            <a:off x="914400" y="1417320"/>
            <a:ext cx="7315200" cy="4206240"/>
          </a:xfrm>
          <a:prstGeom prst="roundRect">
            <a:avLst/>
          </a:prstGeom>
          <a:solidFill>
            <a:srgbClr val="23282C"/>
          </a:solidFill>
          <a:ln>
            <a:solidFill>
              <a:srgbClr val="23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3" name="TextBox 6"/>
          <p:cNvSpPr txBox="1"/>
          <p:nvPr/>
        </p:nvSpPr>
        <p:spPr>
          <a:xfrm>
            <a:off x="1234440" y="1783080"/>
            <a:ext cx="6629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Python Calculator</a:t>
            </a:r>
            <a:br/>
            <a:br/>
            <a:r>
              <a:t>Enter first number: 25</a:t>
            </a:r>
            <a:br/>
            <a:r>
              <a:t>Enter second number: 5</a:t>
            </a:r>
            <a:br/>
            <a:r>
              <a:t>Enter operation (+, -, *, /): /</a:t>
            </a:r>
            <a:br/>
            <a:br/>
            <a:r>
              <a:t>Result: 5.0</a:t>
            </a:r>
            <a:br/>
            <a:br/>
            <a:r>
              <a:t>The calculator performs the selected</a:t>
            </a:r>
            <a:br/>
            <a:r>
              <a:t>operation and displays the result correctly.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Rectangle 1"/>
          <p:cNvSpPr/>
          <p:nvPr/>
        </p:nvSpPr>
        <p:spPr>
          <a:xfrm>
            <a:off x="146304" y="146304"/>
            <a:ext cx="8851392" cy="6565392"/>
          </a:xfrm>
          <a:prstGeom prst="rect">
            <a:avLst/>
          </a:prstGeom>
          <a:noFill/>
          <a:ln w="12700">
            <a:solidFill>
              <a:srgbClr val="8F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5" name="Rectangle 2"/>
          <p:cNvSpPr/>
          <p:nvPr/>
        </p:nvSpPr>
        <p:spPr>
          <a:xfrm>
            <a:off x="0" y="6419088"/>
            <a:ext cx="9144000" cy="438912"/>
          </a:xfrm>
          <a:prstGeom prst="rect">
            <a:avLst/>
          </a:prstGeom>
          <a:solidFill>
            <a:srgbClr val="8F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6" name="TextBox 3"/>
          <p:cNvSpPr txBox="1"/>
          <p:nvPr/>
        </p:nvSpPr>
        <p:spPr>
          <a:xfrm>
            <a:off x="320040" y="6473952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Research, Nagpur</a:t>
            </a:r>
          </a:p>
        </p:txBody>
      </p:sp>
      <p:sp>
        <p:nvSpPr>
          <p:cNvPr id="1048707" name="TextBox 4"/>
          <p:cNvSpPr txBox="1"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0000D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1048708" name="TextBox 5"/>
          <p:cNvSpPr txBox="1"/>
          <p:nvPr/>
        </p:nvSpPr>
        <p:spPr>
          <a:xfrm>
            <a:off x="914400" y="297180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Arial"/>
              </a:defRPr>
            </a:pPr>
            <a:r>
              <a:t>Calculator in Python</a:t>
            </a:r>
          </a:p>
        </p:txBody>
      </p:sp>
      <p:sp>
        <p:nvSpPr>
          <p:cNvPr id="1048709" name="TextBox 6"/>
          <p:cNvSpPr txBox="1"/>
          <p:nvPr/>
        </p:nvSpPr>
        <p:spPr>
          <a:xfrm>
            <a:off x="914400" y="3724617"/>
            <a:ext cx="7315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rial"/>
              </a:defRPr>
            </a:pPr>
            <a:r>
              <a:rPr dirty="0"/>
              <a:t>Python Programming Language • CM2500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899</Words>
  <Application>Microsoft Office PowerPoint</Application>
  <PresentationFormat>On-screen Show (4:3)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RMX3782</dc:creator>
  <cp:lastModifiedBy>aarushijambhulkar@outlook.com</cp:lastModifiedBy>
  <cp:revision>2</cp:revision>
  <dcterms:created xsi:type="dcterms:W3CDTF">2013-01-26T22:14:16Z</dcterms:created>
  <dcterms:modified xsi:type="dcterms:W3CDTF">2026-08-17T16:37:50Z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0408d2a225904d64853b7057d11251aa_23</vt:lpwstr>
  </property>
</Properties>
</file>